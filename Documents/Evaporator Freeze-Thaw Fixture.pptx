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B661-E816-81EC-7C7B-663965536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2F47A-E4B2-817A-30D4-E0978C10C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2BE36-D19C-E520-2183-3A43C94B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697C9-8DBD-FA5D-F5AF-92730094A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8670B-916E-2951-B985-9206B253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8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0989D-EA55-F472-992E-FAAB30C3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4E8C7-1F25-B048-3DCC-AA2CC9FA8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4520B-2497-0B33-2519-462453A0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12967-DC2F-7966-190C-883FB1953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591A2-7C6B-328D-176A-8A2AD85A0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1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F546B-A476-5052-638B-1E0AD274D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FF226-85BE-8629-DEE9-4727A5B3F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622F5-DB95-913D-CBDA-2E80E15B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460E4-2DA6-6F83-77A0-A6EA1E659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DDFB0-D3BF-B9F8-8DD0-66FA1F9C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3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9DE4-9565-0177-2B4A-40331CE94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1C9D1-415E-949E-37EC-C42B7DA04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39E34-5120-A506-2E9B-C09264B20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F73D5-2F2E-D257-9F74-B47BFB2B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8A7E2-CBD1-6C11-51D9-61CB5EEF8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1F660-EA75-5F56-1B57-83C8E3AD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6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AEF41-7B8C-0D0E-471C-4D7CD151E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C99C5-2AD1-1D68-C7BC-42878BBC7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9701A-AD90-EAF0-9D90-8EBEFE75B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1C48C-5D5C-F404-4A4F-96C057E05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2A51C8-97B3-2F8C-7B14-155B56FC2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8DB2D-4053-5168-14F8-1EE231E0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C83C6F-1734-0333-FD81-5C7A166E4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46101-352E-65A9-1BA5-7620A3CD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97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8C3A8-6D62-84A1-346E-F0B77C9EB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50504F-706B-CB26-95C9-DBFC3F4B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E2898-1E64-12E8-72C0-F7DBE6F0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DFF183-F8C0-B5F7-890F-85BA9D1C1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58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934DF0-E2B3-2184-0F69-4A980B5CA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35A6F-36CF-C4BC-8BAA-1B3168F8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A37BF-EBB2-6B71-2387-5D0AC7FB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80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F1211-32BD-A9E5-E4EA-421346354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6052A-4031-0F21-6A7F-E99D196C5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70EBC-1C24-FAEF-DC72-76707C76C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118FD-2A82-7BB1-FAFD-24A9F57F9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A0370-07AB-CC88-4293-FF9B2300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00314-80D6-ED14-1D4D-BE39F71F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5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4D4F-34B3-5601-EE1A-735EE58A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843B7-D82A-69D1-A1F6-72C3986CD4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DF6BF-FEBC-6458-680D-00DDA8B03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0A8CD-0F2B-20AB-954E-64A6A0BF8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4A91E-38BC-F1BA-481D-42DF909E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385FA-ED61-59E4-8AB6-2FE8E8DD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7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705B-D29E-7A56-802C-F1B5B8B52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0E53F-4557-94B2-5B0C-6BA61AA82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FC75B-F798-9A66-5B89-BBD60097B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5B8EB-D8DA-DEF8-DFD1-E73A0995E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3ACBF-DA9B-CBE6-C2F3-CAF88B5AA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7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8EC800-D4C5-23B6-A566-7464731CE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615E3-AB5A-9D9A-8716-41EBF7877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2D413-C81E-4904-C40A-CDF39C51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E1A0E-22D8-6397-AD12-CEA7EE2F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90F27-17B9-1852-7998-B91B9A78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5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E7829-5303-E1AB-EBD8-F5408DBD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41896-1067-A3CD-3B3B-548E4786D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3B3FB-0FFA-B256-BEAC-C3451B4C4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FC3A6-00C3-4DB7-96AD-3E238D988636}" type="datetimeFigureOut">
              <a:rPr lang="en-US" smtClean="0"/>
              <a:t>4/10/2023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05059-EC99-A782-73B6-9004CD026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1A29C-E352-9865-2FB8-7A23527ED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B6C6E-B519-49B9-A36D-86F7C1DCA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9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D824-5780-B5A2-0B5A-BED58487C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Evaporator Freeze/Thaw Cycle Fixture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B0A3F-0995-0435-1333-EEBC5DD4FB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Bryan Buccieri</a:t>
            </a:r>
          </a:p>
          <a:p>
            <a:r>
              <a:rPr lang="en-US" dirty="0"/>
              <a:t>04-10-2023</a:t>
            </a:r>
          </a:p>
        </p:txBody>
      </p:sp>
    </p:spTree>
    <p:extLst>
      <p:ext uri="{BB962C8B-B14F-4D97-AF65-F5344CB8AC3E}">
        <p14:creationId xmlns:p14="http://schemas.microsoft.com/office/powerpoint/2010/main" val="231071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9725-4043-DBCF-46D0-9DF4B918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 Diagram of Fixture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17C90-C017-E40C-2F46-3675EB2AD247}"/>
              </a:ext>
            </a:extLst>
          </p:cNvPr>
          <p:cNvSpPr/>
          <p:nvPr/>
        </p:nvSpPr>
        <p:spPr>
          <a:xfrm>
            <a:off x="1174458" y="3229760"/>
            <a:ext cx="1493241" cy="1098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Compressor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58E442-E112-17B9-A693-8F81EBF64F4A}"/>
              </a:ext>
            </a:extLst>
          </p:cNvPr>
          <p:cNvSpPr/>
          <p:nvPr/>
        </p:nvSpPr>
        <p:spPr>
          <a:xfrm>
            <a:off x="4049086" y="4690131"/>
            <a:ext cx="925586" cy="773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65E56-24F2-FD82-A5AC-BE7B64A7BB51}"/>
              </a:ext>
            </a:extLst>
          </p:cNvPr>
          <p:cNvSpPr/>
          <p:nvPr/>
        </p:nvSpPr>
        <p:spPr>
          <a:xfrm>
            <a:off x="6082018" y="1925274"/>
            <a:ext cx="925586" cy="773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AA134-C940-41D2-5797-68093210CE8E}"/>
              </a:ext>
            </a:extLst>
          </p:cNvPr>
          <p:cNvSpPr/>
          <p:nvPr/>
        </p:nvSpPr>
        <p:spPr>
          <a:xfrm>
            <a:off x="6082018" y="4932726"/>
            <a:ext cx="925586" cy="773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2284D-89FA-E1E9-019B-4EFAF0486C82}"/>
              </a:ext>
            </a:extLst>
          </p:cNvPr>
          <p:cNvSpPr/>
          <p:nvPr/>
        </p:nvSpPr>
        <p:spPr>
          <a:xfrm>
            <a:off x="4049086" y="2449156"/>
            <a:ext cx="925586" cy="773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14CAEA-1F9B-77D3-F230-49C7FED21003}"/>
              </a:ext>
            </a:extLst>
          </p:cNvPr>
          <p:cNvSpPr/>
          <p:nvPr/>
        </p:nvSpPr>
        <p:spPr>
          <a:xfrm>
            <a:off x="8663902" y="2320269"/>
            <a:ext cx="1181449" cy="651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9630F-7575-931C-2E4C-D1355A1E80C5}"/>
              </a:ext>
            </a:extLst>
          </p:cNvPr>
          <p:cNvSpPr/>
          <p:nvPr/>
        </p:nvSpPr>
        <p:spPr>
          <a:xfrm>
            <a:off x="8650445" y="4993546"/>
            <a:ext cx="1181449" cy="651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8E3666-407B-6AE8-AEA8-8DBD7F83702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667699" y="3779239"/>
            <a:ext cx="924587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02FDE-C8E6-3EF8-CFF1-EE6E7F0AA32A}"/>
              </a:ext>
            </a:extLst>
          </p:cNvPr>
          <p:cNvCxnSpPr>
            <a:cxnSpLocks/>
          </p:cNvCxnSpPr>
          <p:nvPr/>
        </p:nvCxnSpPr>
        <p:spPr>
          <a:xfrm flipV="1">
            <a:off x="3595396" y="2835747"/>
            <a:ext cx="0" cy="2240975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4045C0-E8F8-6F3C-A4F5-B0674370682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586792" y="2835747"/>
            <a:ext cx="462294" cy="1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1BFB60-A6F6-1338-F878-DF34810BB0A8}"/>
              </a:ext>
            </a:extLst>
          </p:cNvPr>
          <p:cNvCxnSpPr>
            <a:cxnSpLocks/>
          </p:cNvCxnSpPr>
          <p:nvPr/>
        </p:nvCxnSpPr>
        <p:spPr>
          <a:xfrm>
            <a:off x="3586792" y="5076722"/>
            <a:ext cx="462294" cy="1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262A9E-ECA2-C477-6649-BD3D1FF9F711}"/>
              </a:ext>
            </a:extLst>
          </p:cNvPr>
          <p:cNvCxnSpPr>
            <a:cxnSpLocks/>
          </p:cNvCxnSpPr>
          <p:nvPr/>
        </p:nvCxnSpPr>
        <p:spPr>
          <a:xfrm flipV="1">
            <a:off x="4527430" y="5463314"/>
            <a:ext cx="0" cy="984139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65B94E-0A2C-00DA-5AC3-4853332F5549}"/>
              </a:ext>
            </a:extLst>
          </p:cNvPr>
          <p:cNvCxnSpPr>
            <a:cxnSpLocks/>
          </p:cNvCxnSpPr>
          <p:nvPr/>
        </p:nvCxnSpPr>
        <p:spPr>
          <a:xfrm>
            <a:off x="4511879" y="6447452"/>
            <a:ext cx="4729291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71D449-9161-4FEF-0386-6052F040A84F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9241170" y="5645088"/>
            <a:ext cx="0" cy="802364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88F90F2-1F54-64E1-CAA7-9CC6795EFB96}"/>
              </a:ext>
            </a:extLst>
          </p:cNvPr>
          <p:cNvCxnSpPr>
            <a:cxnSpLocks/>
          </p:cNvCxnSpPr>
          <p:nvPr/>
        </p:nvCxnSpPr>
        <p:spPr>
          <a:xfrm>
            <a:off x="4511879" y="1533329"/>
            <a:ext cx="4729291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E51D0D9-C29A-DDC6-4699-9C288F86B0D0}"/>
              </a:ext>
            </a:extLst>
          </p:cNvPr>
          <p:cNvCxnSpPr>
            <a:cxnSpLocks/>
          </p:cNvCxnSpPr>
          <p:nvPr/>
        </p:nvCxnSpPr>
        <p:spPr>
          <a:xfrm flipV="1">
            <a:off x="4527430" y="1533329"/>
            <a:ext cx="0" cy="984139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C9950E-50D2-D1D6-1A7B-BB208CCA7D6D}"/>
              </a:ext>
            </a:extLst>
          </p:cNvPr>
          <p:cNvCxnSpPr>
            <a:cxnSpLocks/>
          </p:cNvCxnSpPr>
          <p:nvPr/>
        </p:nvCxnSpPr>
        <p:spPr>
          <a:xfrm flipV="1">
            <a:off x="9241170" y="1517905"/>
            <a:ext cx="0" cy="802364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CB2FFCC-30D8-5057-61C3-07CB7B8B3072}"/>
              </a:ext>
            </a:extLst>
          </p:cNvPr>
          <p:cNvCxnSpPr>
            <a:cxnSpLocks/>
          </p:cNvCxnSpPr>
          <p:nvPr/>
        </p:nvCxnSpPr>
        <p:spPr>
          <a:xfrm flipV="1">
            <a:off x="9254626" y="2971811"/>
            <a:ext cx="0" cy="2021735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4372CF6-7773-83C5-1000-D09CB21B936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544811" y="1533328"/>
            <a:ext cx="0" cy="391946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E3D289-0FB9-CCA4-4859-CE76151E9FCD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6541701" y="2658750"/>
            <a:ext cx="3110" cy="2273976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30E4BB-1C80-C0C7-0167-42C5CE7DE13E}"/>
              </a:ext>
            </a:extLst>
          </p:cNvPr>
          <p:cNvCxnSpPr>
            <a:cxnSpLocks/>
          </p:cNvCxnSpPr>
          <p:nvPr/>
        </p:nvCxnSpPr>
        <p:spPr>
          <a:xfrm>
            <a:off x="2667699" y="3539753"/>
            <a:ext cx="3874002" cy="0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B97DCE-BADE-F03C-B3C1-EE96F0A35274}"/>
              </a:ext>
            </a:extLst>
          </p:cNvPr>
          <p:cNvCxnSpPr>
            <a:cxnSpLocks/>
          </p:cNvCxnSpPr>
          <p:nvPr/>
        </p:nvCxnSpPr>
        <p:spPr>
          <a:xfrm flipV="1">
            <a:off x="6537563" y="5705909"/>
            <a:ext cx="0" cy="74154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46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9725-4043-DBCF-46D0-9DF4B918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 Diagram of Fixture Direction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17C90-C017-E40C-2F46-3675EB2AD247}"/>
              </a:ext>
            </a:extLst>
          </p:cNvPr>
          <p:cNvSpPr/>
          <p:nvPr/>
        </p:nvSpPr>
        <p:spPr>
          <a:xfrm>
            <a:off x="1174458" y="3229760"/>
            <a:ext cx="1493241" cy="1098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Compressor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58E442-E112-17B9-A693-8F81EBF64F4A}"/>
              </a:ext>
            </a:extLst>
          </p:cNvPr>
          <p:cNvSpPr/>
          <p:nvPr/>
        </p:nvSpPr>
        <p:spPr>
          <a:xfrm>
            <a:off x="4049086" y="4690131"/>
            <a:ext cx="925586" cy="77318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65E56-24F2-FD82-A5AC-BE7B64A7BB51}"/>
              </a:ext>
            </a:extLst>
          </p:cNvPr>
          <p:cNvSpPr/>
          <p:nvPr/>
        </p:nvSpPr>
        <p:spPr>
          <a:xfrm>
            <a:off x="6082018" y="1925274"/>
            <a:ext cx="925586" cy="77318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AA134-C940-41D2-5797-68093210CE8E}"/>
              </a:ext>
            </a:extLst>
          </p:cNvPr>
          <p:cNvSpPr/>
          <p:nvPr/>
        </p:nvSpPr>
        <p:spPr>
          <a:xfrm>
            <a:off x="6082018" y="4932726"/>
            <a:ext cx="925586" cy="773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2284D-89FA-E1E9-019B-4EFAF0486C82}"/>
              </a:ext>
            </a:extLst>
          </p:cNvPr>
          <p:cNvSpPr/>
          <p:nvPr/>
        </p:nvSpPr>
        <p:spPr>
          <a:xfrm>
            <a:off x="4049086" y="2449156"/>
            <a:ext cx="925586" cy="773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14CAEA-1F9B-77D3-F230-49C7FED21003}"/>
              </a:ext>
            </a:extLst>
          </p:cNvPr>
          <p:cNvSpPr/>
          <p:nvPr/>
        </p:nvSpPr>
        <p:spPr>
          <a:xfrm>
            <a:off x="8663902" y="2320269"/>
            <a:ext cx="1181449" cy="65154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9630F-7575-931C-2E4C-D1355A1E80C5}"/>
              </a:ext>
            </a:extLst>
          </p:cNvPr>
          <p:cNvSpPr/>
          <p:nvPr/>
        </p:nvSpPr>
        <p:spPr>
          <a:xfrm>
            <a:off x="8650445" y="4993546"/>
            <a:ext cx="1181449" cy="65154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8E3666-407B-6AE8-AEA8-8DBD7F83702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667699" y="3779239"/>
            <a:ext cx="924587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02FDE-C8E6-3EF8-CFF1-EE6E7F0AA32A}"/>
              </a:ext>
            </a:extLst>
          </p:cNvPr>
          <p:cNvCxnSpPr>
            <a:cxnSpLocks/>
          </p:cNvCxnSpPr>
          <p:nvPr/>
        </p:nvCxnSpPr>
        <p:spPr>
          <a:xfrm flipV="1">
            <a:off x="3595396" y="3779239"/>
            <a:ext cx="0" cy="1297483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4045C0-E8F8-6F3C-A4F5-B0674370682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586792" y="2835747"/>
            <a:ext cx="462294" cy="1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1BFB60-A6F6-1338-F878-DF34810BB0A8}"/>
              </a:ext>
            </a:extLst>
          </p:cNvPr>
          <p:cNvCxnSpPr>
            <a:cxnSpLocks/>
          </p:cNvCxnSpPr>
          <p:nvPr/>
        </p:nvCxnSpPr>
        <p:spPr>
          <a:xfrm>
            <a:off x="3586792" y="5076722"/>
            <a:ext cx="462294" cy="1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262A9E-ECA2-C477-6649-BD3D1FF9F711}"/>
              </a:ext>
            </a:extLst>
          </p:cNvPr>
          <p:cNvCxnSpPr>
            <a:cxnSpLocks/>
          </p:cNvCxnSpPr>
          <p:nvPr/>
        </p:nvCxnSpPr>
        <p:spPr>
          <a:xfrm flipV="1">
            <a:off x="4527430" y="5463314"/>
            <a:ext cx="0" cy="984139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65B94E-0A2C-00DA-5AC3-4853332F5549}"/>
              </a:ext>
            </a:extLst>
          </p:cNvPr>
          <p:cNvCxnSpPr>
            <a:cxnSpLocks/>
          </p:cNvCxnSpPr>
          <p:nvPr/>
        </p:nvCxnSpPr>
        <p:spPr>
          <a:xfrm>
            <a:off x="4511879" y="6447452"/>
            <a:ext cx="2025684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71D449-9161-4FEF-0386-6052F040A84F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9241170" y="5645088"/>
            <a:ext cx="0" cy="802364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88F90F2-1F54-64E1-CAA7-9CC6795EFB96}"/>
              </a:ext>
            </a:extLst>
          </p:cNvPr>
          <p:cNvCxnSpPr>
            <a:cxnSpLocks/>
          </p:cNvCxnSpPr>
          <p:nvPr/>
        </p:nvCxnSpPr>
        <p:spPr>
          <a:xfrm>
            <a:off x="6537563" y="1533329"/>
            <a:ext cx="2703607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E51D0D9-C29A-DDC6-4699-9C288F86B0D0}"/>
              </a:ext>
            </a:extLst>
          </p:cNvPr>
          <p:cNvCxnSpPr>
            <a:cxnSpLocks/>
          </p:cNvCxnSpPr>
          <p:nvPr/>
        </p:nvCxnSpPr>
        <p:spPr>
          <a:xfrm flipV="1">
            <a:off x="4527430" y="1533329"/>
            <a:ext cx="0" cy="984139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C9950E-50D2-D1D6-1A7B-BB208CCA7D6D}"/>
              </a:ext>
            </a:extLst>
          </p:cNvPr>
          <p:cNvCxnSpPr>
            <a:cxnSpLocks/>
          </p:cNvCxnSpPr>
          <p:nvPr/>
        </p:nvCxnSpPr>
        <p:spPr>
          <a:xfrm flipV="1">
            <a:off x="9241170" y="1517905"/>
            <a:ext cx="0" cy="802364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CB2FFCC-30D8-5057-61C3-07CB7B8B3072}"/>
              </a:ext>
            </a:extLst>
          </p:cNvPr>
          <p:cNvCxnSpPr>
            <a:cxnSpLocks/>
          </p:cNvCxnSpPr>
          <p:nvPr/>
        </p:nvCxnSpPr>
        <p:spPr>
          <a:xfrm flipV="1">
            <a:off x="9254626" y="2971811"/>
            <a:ext cx="0" cy="2021735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4372CF6-7773-83C5-1000-D09CB21B936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544811" y="1533328"/>
            <a:ext cx="0" cy="391946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E3D289-0FB9-CCA4-4859-CE76151E9FC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544811" y="3539753"/>
            <a:ext cx="0" cy="139297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30E4BB-1C80-C0C7-0167-42C5CE7DE13E}"/>
              </a:ext>
            </a:extLst>
          </p:cNvPr>
          <p:cNvCxnSpPr>
            <a:cxnSpLocks/>
          </p:cNvCxnSpPr>
          <p:nvPr/>
        </p:nvCxnSpPr>
        <p:spPr>
          <a:xfrm>
            <a:off x="2667699" y="3539753"/>
            <a:ext cx="3874002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ross 46">
            <a:extLst>
              <a:ext uri="{FF2B5EF4-FFF2-40B4-BE49-F238E27FC236}">
                <a16:creationId xmlns:a16="http://schemas.microsoft.com/office/drawing/2014/main" id="{3DC0D2DC-D134-1866-6B63-8DFEB705D509}"/>
              </a:ext>
            </a:extLst>
          </p:cNvPr>
          <p:cNvSpPr/>
          <p:nvPr/>
        </p:nvSpPr>
        <p:spPr>
          <a:xfrm rot="2757042">
            <a:off x="3990493" y="2215252"/>
            <a:ext cx="1137990" cy="1137990"/>
          </a:xfrm>
          <a:prstGeom prst="plus">
            <a:avLst>
              <a:gd name="adj" fmla="val 4631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EA9004E5-8D95-6516-470A-05C55F7E1CC2}"/>
              </a:ext>
            </a:extLst>
          </p:cNvPr>
          <p:cNvSpPr/>
          <p:nvPr/>
        </p:nvSpPr>
        <p:spPr>
          <a:xfrm rot="2757042">
            <a:off x="5972705" y="4759466"/>
            <a:ext cx="1137990" cy="1137990"/>
          </a:xfrm>
          <a:prstGeom prst="plus">
            <a:avLst>
              <a:gd name="adj" fmla="val 4631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B97DCE-BADE-F03C-B3C1-EE96F0A35274}"/>
              </a:ext>
            </a:extLst>
          </p:cNvPr>
          <p:cNvCxnSpPr>
            <a:cxnSpLocks/>
          </p:cNvCxnSpPr>
          <p:nvPr/>
        </p:nvCxnSpPr>
        <p:spPr>
          <a:xfrm flipV="1">
            <a:off x="6537563" y="5705909"/>
            <a:ext cx="0" cy="74154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A8DE33-1312-DD03-4E7D-6FA0CC44C612}"/>
              </a:ext>
            </a:extLst>
          </p:cNvPr>
          <p:cNvCxnSpPr>
            <a:cxnSpLocks/>
          </p:cNvCxnSpPr>
          <p:nvPr/>
        </p:nvCxnSpPr>
        <p:spPr>
          <a:xfrm>
            <a:off x="4511879" y="1517905"/>
            <a:ext cx="2032932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9F508F-69EE-7808-5263-E0DA1E14E0C1}"/>
              </a:ext>
            </a:extLst>
          </p:cNvPr>
          <p:cNvCxnSpPr>
            <a:cxnSpLocks/>
          </p:cNvCxnSpPr>
          <p:nvPr/>
        </p:nvCxnSpPr>
        <p:spPr>
          <a:xfrm>
            <a:off x="6537563" y="6453671"/>
            <a:ext cx="2703607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F0D2BD-AD04-848E-B9CF-7D66D3B9B932}"/>
              </a:ext>
            </a:extLst>
          </p:cNvPr>
          <p:cNvCxnSpPr>
            <a:cxnSpLocks/>
          </p:cNvCxnSpPr>
          <p:nvPr/>
        </p:nvCxnSpPr>
        <p:spPr>
          <a:xfrm flipV="1">
            <a:off x="6537563" y="2698457"/>
            <a:ext cx="0" cy="89036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32B625-EB0C-C96B-F899-04B32E305539}"/>
              </a:ext>
            </a:extLst>
          </p:cNvPr>
          <p:cNvCxnSpPr>
            <a:cxnSpLocks/>
          </p:cNvCxnSpPr>
          <p:nvPr/>
        </p:nvCxnSpPr>
        <p:spPr>
          <a:xfrm flipV="1">
            <a:off x="3610947" y="2835747"/>
            <a:ext cx="0" cy="943492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7B12265-DF96-42E0-06B3-B71BE1EC6F1B}"/>
              </a:ext>
            </a:extLst>
          </p:cNvPr>
          <p:cNvCxnSpPr/>
          <p:nvPr/>
        </p:nvCxnSpPr>
        <p:spPr>
          <a:xfrm>
            <a:off x="2883159" y="4040155"/>
            <a:ext cx="578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62F875-B548-4728-6BCE-ED2C9A94A10B}"/>
              </a:ext>
            </a:extLst>
          </p:cNvPr>
          <p:cNvCxnSpPr>
            <a:cxnSpLocks/>
          </p:cNvCxnSpPr>
          <p:nvPr/>
        </p:nvCxnSpPr>
        <p:spPr>
          <a:xfrm flipH="1">
            <a:off x="5484859" y="3385457"/>
            <a:ext cx="824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B9CCF2-624E-8CF5-1FE3-2AE6E7A93369}"/>
              </a:ext>
            </a:extLst>
          </p:cNvPr>
          <p:cNvCxnSpPr/>
          <p:nvPr/>
        </p:nvCxnSpPr>
        <p:spPr>
          <a:xfrm>
            <a:off x="5447881" y="6609183"/>
            <a:ext cx="578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2B224FD-E4F8-4E54-697E-7EA341540CEE}"/>
              </a:ext>
            </a:extLst>
          </p:cNvPr>
          <p:cNvCxnSpPr>
            <a:cxnSpLocks/>
          </p:cNvCxnSpPr>
          <p:nvPr/>
        </p:nvCxnSpPr>
        <p:spPr>
          <a:xfrm flipV="1">
            <a:off x="9486662" y="3539753"/>
            <a:ext cx="0" cy="708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50AB59-5B99-A1D1-7AD8-DE3C7C02FCA5}"/>
              </a:ext>
            </a:extLst>
          </p:cNvPr>
          <p:cNvCxnSpPr>
            <a:cxnSpLocks/>
          </p:cNvCxnSpPr>
          <p:nvPr/>
        </p:nvCxnSpPr>
        <p:spPr>
          <a:xfrm flipH="1">
            <a:off x="7419406" y="1391817"/>
            <a:ext cx="824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841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9725-4043-DBCF-46D0-9DF4B918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 Diagram of Fixture Direction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17C90-C017-E40C-2F46-3675EB2AD247}"/>
              </a:ext>
            </a:extLst>
          </p:cNvPr>
          <p:cNvSpPr/>
          <p:nvPr/>
        </p:nvSpPr>
        <p:spPr>
          <a:xfrm>
            <a:off x="1174458" y="3229760"/>
            <a:ext cx="1493241" cy="1098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Compressor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58E442-E112-17B9-A693-8F81EBF64F4A}"/>
              </a:ext>
            </a:extLst>
          </p:cNvPr>
          <p:cNvSpPr/>
          <p:nvPr/>
        </p:nvSpPr>
        <p:spPr>
          <a:xfrm>
            <a:off x="4049086" y="4690131"/>
            <a:ext cx="925586" cy="773183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65E56-24F2-FD82-A5AC-BE7B64A7BB51}"/>
              </a:ext>
            </a:extLst>
          </p:cNvPr>
          <p:cNvSpPr/>
          <p:nvPr/>
        </p:nvSpPr>
        <p:spPr>
          <a:xfrm>
            <a:off x="6082018" y="1925274"/>
            <a:ext cx="925586" cy="773183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AA134-C940-41D2-5797-68093210CE8E}"/>
              </a:ext>
            </a:extLst>
          </p:cNvPr>
          <p:cNvSpPr/>
          <p:nvPr/>
        </p:nvSpPr>
        <p:spPr>
          <a:xfrm>
            <a:off x="6082018" y="4932726"/>
            <a:ext cx="925586" cy="77318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2284D-89FA-E1E9-019B-4EFAF0486C82}"/>
              </a:ext>
            </a:extLst>
          </p:cNvPr>
          <p:cNvSpPr/>
          <p:nvPr/>
        </p:nvSpPr>
        <p:spPr>
          <a:xfrm>
            <a:off x="4049086" y="2449156"/>
            <a:ext cx="925586" cy="77318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Valve 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14CAEA-1F9B-77D3-F230-49C7FED21003}"/>
              </a:ext>
            </a:extLst>
          </p:cNvPr>
          <p:cNvSpPr/>
          <p:nvPr/>
        </p:nvSpPr>
        <p:spPr>
          <a:xfrm>
            <a:off x="8663902" y="2320269"/>
            <a:ext cx="1181449" cy="65154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9630F-7575-931C-2E4C-D1355A1E80C5}"/>
              </a:ext>
            </a:extLst>
          </p:cNvPr>
          <p:cNvSpPr/>
          <p:nvPr/>
        </p:nvSpPr>
        <p:spPr>
          <a:xfrm>
            <a:off x="8650445" y="4993546"/>
            <a:ext cx="1181449" cy="65154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8E3666-407B-6AE8-AEA8-8DBD7F83702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667699" y="3779239"/>
            <a:ext cx="924587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02FDE-C8E6-3EF8-CFF1-EE6E7F0AA32A}"/>
              </a:ext>
            </a:extLst>
          </p:cNvPr>
          <p:cNvCxnSpPr>
            <a:cxnSpLocks/>
          </p:cNvCxnSpPr>
          <p:nvPr/>
        </p:nvCxnSpPr>
        <p:spPr>
          <a:xfrm flipV="1">
            <a:off x="3595396" y="3779239"/>
            <a:ext cx="0" cy="1297483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4045C0-E8F8-6F3C-A4F5-B0674370682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586792" y="2835747"/>
            <a:ext cx="462294" cy="1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1BFB60-A6F6-1338-F878-DF34810BB0A8}"/>
              </a:ext>
            </a:extLst>
          </p:cNvPr>
          <p:cNvCxnSpPr>
            <a:cxnSpLocks/>
          </p:cNvCxnSpPr>
          <p:nvPr/>
        </p:nvCxnSpPr>
        <p:spPr>
          <a:xfrm>
            <a:off x="3586792" y="5076722"/>
            <a:ext cx="462294" cy="1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262A9E-ECA2-C477-6649-BD3D1FF9F711}"/>
              </a:ext>
            </a:extLst>
          </p:cNvPr>
          <p:cNvCxnSpPr>
            <a:cxnSpLocks/>
          </p:cNvCxnSpPr>
          <p:nvPr/>
        </p:nvCxnSpPr>
        <p:spPr>
          <a:xfrm flipV="1">
            <a:off x="4527430" y="5463314"/>
            <a:ext cx="0" cy="984139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65B94E-0A2C-00DA-5AC3-4853332F5549}"/>
              </a:ext>
            </a:extLst>
          </p:cNvPr>
          <p:cNvCxnSpPr>
            <a:cxnSpLocks/>
          </p:cNvCxnSpPr>
          <p:nvPr/>
        </p:nvCxnSpPr>
        <p:spPr>
          <a:xfrm>
            <a:off x="4511879" y="6447452"/>
            <a:ext cx="2025684" cy="0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71D449-9161-4FEF-0386-6052F040A84F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9241170" y="5645088"/>
            <a:ext cx="0" cy="802364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88F90F2-1F54-64E1-CAA7-9CC6795EFB96}"/>
              </a:ext>
            </a:extLst>
          </p:cNvPr>
          <p:cNvCxnSpPr>
            <a:cxnSpLocks/>
          </p:cNvCxnSpPr>
          <p:nvPr/>
        </p:nvCxnSpPr>
        <p:spPr>
          <a:xfrm>
            <a:off x="6537563" y="1533329"/>
            <a:ext cx="2703607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E51D0D9-C29A-DDC6-4699-9C288F86B0D0}"/>
              </a:ext>
            </a:extLst>
          </p:cNvPr>
          <p:cNvCxnSpPr>
            <a:cxnSpLocks/>
          </p:cNvCxnSpPr>
          <p:nvPr/>
        </p:nvCxnSpPr>
        <p:spPr>
          <a:xfrm flipV="1">
            <a:off x="4527430" y="1533329"/>
            <a:ext cx="0" cy="984139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C9950E-50D2-D1D6-1A7B-BB208CCA7D6D}"/>
              </a:ext>
            </a:extLst>
          </p:cNvPr>
          <p:cNvCxnSpPr>
            <a:cxnSpLocks/>
          </p:cNvCxnSpPr>
          <p:nvPr/>
        </p:nvCxnSpPr>
        <p:spPr>
          <a:xfrm flipV="1">
            <a:off x="9241170" y="1517905"/>
            <a:ext cx="0" cy="802364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CB2FFCC-30D8-5057-61C3-07CB7B8B3072}"/>
              </a:ext>
            </a:extLst>
          </p:cNvPr>
          <p:cNvCxnSpPr>
            <a:cxnSpLocks/>
          </p:cNvCxnSpPr>
          <p:nvPr/>
        </p:nvCxnSpPr>
        <p:spPr>
          <a:xfrm flipV="1">
            <a:off x="9254626" y="2971811"/>
            <a:ext cx="0" cy="2021735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4372CF6-7773-83C5-1000-D09CB21B936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544811" y="1533328"/>
            <a:ext cx="0" cy="391946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E3D289-0FB9-CCA4-4859-CE76151E9FC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544811" y="3539753"/>
            <a:ext cx="0" cy="1392973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30E4BB-1C80-C0C7-0167-42C5CE7DE13E}"/>
              </a:ext>
            </a:extLst>
          </p:cNvPr>
          <p:cNvCxnSpPr>
            <a:cxnSpLocks/>
          </p:cNvCxnSpPr>
          <p:nvPr/>
        </p:nvCxnSpPr>
        <p:spPr>
          <a:xfrm>
            <a:off x="2667699" y="3539753"/>
            <a:ext cx="3874002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ross 46">
            <a:extLst>
              <a:ext uri="{FF2B5EF4-FFF2-40B4-BE49-F238E27FC236}">
                <a16:creationId xmlns:a16="http://schemas.microsoft.com/office/drawing/2014/main" id="{3DC0D2DC-D134-1866-6B63-8DFEB705D509}"/>
              </a:ext>
            </a:extLst>
          </p:cNvPr>
          <p:cNvSpPr/>
          <p:nvPr/>
        </p:nvSpPr>
        <p:spPr>
          <a:xfrm rot="2757042">
            <a:off x="6045843" y="1694222"/>
            <a:ext cx="1137990" cy="1137990"/>
          </a:xfrm>
          <a:prstGeom prst="plus">
            <a:avLst>
              <a:gd name="adj" fmla="val 4631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EA9004E5-8D95-6516-470A-05C55F7E1CC2}"/>
              </a:ext>
            </a:extLst>
          </p:cNvPr>
          <p:cNvSpPr/>
          <p:nvPr/>
        </p:nvSpPr>
        <p:spPr>
          <a:xfrm rot="2757042">
            <a:off x="3942883" y="4516871"/>
            <a:ext cx="1137990" cy="1137990"/>
          </a:xfrm>
          <a:prstGeom prst="plus">
            <a:avLst>
              <a:gd name="adj" fmla="val 4631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B97DCE-BADE-F03C-B3C1-EE96F0A35274}"/>
              </a:ext>
            </a:extLst>
          </p:cNvPr>
          <p:cNvCxnSpPr>
            <a:cxnSpLocks/>
          </p:cNvCxnSpPr>
          <p:nvPr/>
        </p:nvCxnSpPr>
        <p:spPr>
          <a:xfrm flipV="1">
            <a:off x="6537563" y="5705909"/>
            <a:ext cx="0" cy="741543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A8DE33-1312-DD03-4E7D-6FA0CC44C612}"/>
              </a:ext>
            </a:extLst>
          </p:cNvPr>
          <p:cNvCxnSpPr>
            <a:cxnSpLocks/>
          </p:cNvCxnSpPr>
          <p:nvPr/>
        </p:nvCxnSpPr>
        <p:spPr>
          <a:xfrm>
            <a:off x="4511879" y="1517905"/>
            <a:ext cx="2032932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9F508F-69EE-7808-5263-E0DA1E14E0C1}"/>
              </a:ext>
            </a:extLst>
          </p:cNvPr>
          <p:cNvCxnSpPr>
            <a:cxnSpLocks/>
          </p:cNvCxnSpPr>
          <p:nvPr/>
        </p:nvCxnSpPr>
        <p:spPr>
          <a:xfrm>
            <a:off x="6537563" y="6453671"/>
            <a:ext cx="2703607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F0D2BD-AD04-848E-B9CF-7D66D3B9B932}"/>
              </a:ext>
            </a:extLst>
          </p:cNvPr>
          <p:cNvCxnSpPr>
            <a:cxnSpLocks/>
          </p:cNvCxnSpPr>
          <p:nvPr/>
        </p:nvCxnSpPr>
        <p:spPr>
          <a:xfrm flipV="1">
            <a:off x="6537563" y="2698457"/>
            <a:ext cx="0" cy="890360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32B625-EB0C-C96B-F899-04B32E305539}"/>
              </a:ext>
            </a:extLst>
          </p:cNvPr>
          <p:cNvCxnSpPr>
            <a:cxnSpLocks/>
          </p:cNvCxnSpPr>
          <p:nvPr/>
        </p:nvCxnSpPr>
        <p:spPr>
          <a:xfrm flipV="1">
            <a:off x="3610947" y="2835747"/>
            <a:ext cx="0" cy="943492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7B12265-DF96-42E0-06B3-B71BE1EC6F1B}"/>
              </a:ext>
            </a:extLst>
          </p:cNvPr>
          <p:cNvCxnSpPr/>
          <p:nvPr/>
        </p:nvCxnSpPr>
        <p:spPr>
          <a:xfrm>
            <a:off x="2883159" y="4040155"/>
            <a:ext cx="578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62F875-B548-4728-6BCE-ED2C9A94A10B}"/>
              </a:ext>
            </a:extLst>
          </p:cNvPr>
          <p:cNvCxnSpPr>
            <a:cxnSpLocks/>
          </p:cNvCxnSpPr>
          <p:nvPr/>
        </p:nvCxnSpPr>
        <p:spPr>
          <a:xfrm flipH="1">
            <a:off x="5461347" y="3656045"/>
            <a:ext cx="824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B9CCF2-624E-8CF5-1FE3-2AE6E7A93369}"/>
              </a:ext>
            </a:extLst>
          </p:cNvPr>
          <p:cNvCxnSpPr>
            <a:cxnSpLocks/>
          </p:cNvCxnSpPr>
          <p:nvPr/>
        </p:nvCxnSpPr>
        <p:spPr>
          <a:xfrm flipH="1">
            <a:off x="7571835" y="6226628"/>
            <a:ext cx="8431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2B224FD-E4F8-4E54-697E-7EA341540CEE}"/>
              </a:ext>
            </a:extLst>
          </p:cNvPr>
          <p:cNvCxnSpPr>
            <a:cxnSpLocks/>
          </p:cNvCxnSpPr>
          <p:nvPr/>
        </p:nvCxnSpPr>
        <p:spPr>
          <a:xfrm>
            <a:off x="9449340" y="3552063"/>
            <a:ext cx="0" cy="684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50AB59-5B99-A1D1-7AD8-DE3C7C02FCA5}"/>
              </a:ext>
            </a:extLst>
          </p:cNvPr>
          <p:cNvCxnSpPr>
            <a:cxnSpLocks/>
          </p:cNvCxnSpPr>
          <p:nvPr/>
        </p:nvCxnSpPr>
        <p:spPr>
          <a:xfrm>
            <a:off x="6032055" y="1373156"/>
            <a:ext cx="1011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39AF36-EDEA-D73B-2E14-58D7A931CE18}"/>
              </a:ext>
            </a:extLst>
          </p:cNvPr>
          <p:cNvCxnSpPr>
            <a:cxnSpLocks/>
          </p:cNvCxnSpPr>
          <p:nvPr/>
        </p:nvCxnSpPr>
        <p:spPr>
          <a:xfrm flipV="1">
            <a:off x="4293800" y="1560363"/>
            <a:ext cx="0" cy="717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104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79CD288-D989-5B0D-6CC2-B479383D6A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3" r="23215"/>
          <a:stretch/>
        </p:blipFill>
        <p:spPr bwMode="auto">
          <a:xfrm>
            <a:off x="3965509" y="0"/>
            <a:ext cx="778173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008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FEC28C6-CE40-AF2B-58E6-2502AF459A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71" b="27755"/>
          <a:stretch/>
        </p:blipFill>
        <p:spPr bwMode="auto">
          <a:xfrm>
            <a:off x="347793" y="307910"/>
            <a:ext cx="5465178" cy="6178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C760614-5275-AF49-4411-DA8348CC8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16" t="48726" r="32619" b="39495"/>
          <a:stretch/>
        </p:blipFill>
        <p:spPr bwMode="auto">
          <a:xfrm>
            <a:off x="6096000" y="339597"/>
            <a:ext cx="5371322" cy="308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0000CDE-6407-7A1D-4B44-ACA60B7025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6" t="27418" r="28910" b="52101"/>
          <a:stretch/>
        </p:blipFill>
        <p:spPr bwMode="auto">
          <a:xfrm rot="5400000">
            <a:off x="6006402" y="3630566"/>
            <a:ext cx="3115228" cy="2936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080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A87DC78109DB43A8488DCB630DEFCC" ma:contentTypeVersion="13" ma:contentTypeDescription="Create a new document." ma:contentTypeScope="" ma:versionID="cd541244ee1c722f295230fafde91f2d">
  <xsd:schema xmlns:xsd="http://www.w3.org/2001/XMLSchema" xmlns:xs="http://www.w3.org/2001/XMLSchema" xmlns:p="http://schemas.microsoft.com/office/2006/metadata/properties" xmlns:ns2="8a4209be-2bbc-410d-a168-514ed41d9928" xmlns:ns3="5cffb2eb-b0f8-4d7f-bf9a-8b470f341a3c" targetNamespace="http://schemas.microsoft.com/office/2006/metadata/properties" ma:root="true" ma:fieldsID="2b7bc25bcd57dd4389b900188abaa48c" ns2:_="" ns3:_="">
    <xsd:import namespace="8a4209be-2bbc-410d-a168-514ed41d9928"/>
    <xsd:import namespace="5cffb2eb-b0f8-4d7f-bf9a-8b470f341a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4209be-2bbc-410d-a168-514ed41d99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0bb0518-6861-4ab7-9b7a-50bac02d8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ffb2eb-b0f8-4d7f-bf9a-8b470f341a3c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07848818-345d-49ec-b93f-3c17609d9b80}" ma:internalName="TaxCatchAll" ma:showField="CatchAllData" ma:web="5cffb2eb-b0f8-4d7f-bf9a-8b470f341a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cffb2eb-b0f8-4d7f-bf9a-8b470f341a3c" xsi:nil="true"/>
    <lcf76f155ced4ddcb4097134ff3c332f xmlns="8a4209be-2bbc-410d-a168-514ed41d99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38E695C-894B-4F71-A176-466835F1AFDA}"/>
</file>

<file path=customXml/itemProps2.xml><?xml version="1.0" encoding="utf-8"?>
<ds:datastoreItem xmlns:ds="http://schemas.openxmlformats.org/officeDocument/2006/customXml" ds:itemID="{D21BB8A7-9900-41F0-A4A4-E7D471922956}"/>
</file>

<file path=customXml/itemProps3.xml><?xml version="1.0" encoding="utf-8"?>
<ds:datastoreItem xmlns:ds="http://schemas.openxmlformats.org/officeDocument/2006/customXml" ds:itemID="{D3F1FFE8-38EC-4783-AF4C-1E6901250712}"/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64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Evaporator Freeze/Thaw Cycle Fixture</vt:lpstr>
      <vt:lpstr>SS Diagram of Fixture</vt:lpstr>
      <vt:lpstr>SS Diagram of Fixture Direction 1</vt:lpstr>
      <vt:lpstr>SS Diagram of Fixture Direction 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Buccieri, Bryan (GE Appliances, Haier)</dc:creator>
  <cp:lastModifiedBy>Buccieri, Bryan (GE Appliances, Haier)</cp:lastModifiedBy>
  <cp:revision>1</cp:revision>
  <dcterms:created xsi:type="dcterms:W3CDTF">2023-04-10T15:31:16Z</dcterms:created>
  <dcterms:modified xsi:type="dcterms:W3CDTF">2023-04-10T15:46:41Z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0x0101001BA87DC78109DB43A8488DCB630DEFCC</vt:lpwstr>
  </property>
  <property fmtid="{D5CDD505-2E9C-101B-9397-08002B2CF9AE}" pid="3" name="Order">
    <vt:r8>32193300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